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Black"/>
      <p:bold r:id="rId18"/>
      <p:boldItalic r:id="rId19"/>
    </p:embeddedFont>
    <p:embeddedFont>
      <p:font typeface="Roboto Thin"/>
      <p:regular r:id="rId20"/>
      <p:bold r:id="rId21"/>
      <p:italic r:id="rId22"/>
      <p:boldItalic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Nunito"/>
      <p:regular r:id="rId32"/>
      <p:bold r:id="rId33"/>
      <p:italic r:id="rId34"/>
      <p:boldItalic r:id="rId35"/>
    </p:embeddedFont>
    <p:embeddedFont>
      <p:font typeface="Didact Gothic"/>
      <p:regular r:id="rId36"/>
    </p:embeddedFont>
    <p:embeddedFont>
      <p:font typeface="Roboto Mono Thin"/>
      <p:regular r:id="rId37"/>
      <p:bold r:id="rId38"/>
      <p:italic r:id="rId39"/>
      <p:boldItalic r:id="rId40"/>
    </p:embeddedFont>
    <p:embeddedFont>
      <p:font typeface="Proxima Nova Semibold"/>
      <p:regular r:id="rId41"/>
      <p:bold r:id="rId42"/>
      <p:boldItalic r:id="rId43"/>
    </p:embeddedFont>
    <p:embeddedFont>
      <p:font typeface="Roboto Light"/>
      <p:regular r:id="rId44"/>
      <p:bold r:id="rId45"/>
      <p:italic r:id="rId46"/>
      <p:boldItalic r:id="rId47"/>
    </p:embeddedFont>
    <p:embeddedFont>
      <p:font typeface="Bree Serif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Thin-boldItalic.fntdata"/><Relationship Id="rId20" Type="http://schemas.openxmlformats.org/officeDocument/2006/relationships/font" Target="fonts/RobotoThin-regular.fntdata"/><Relationship Id="rId42" Type="http://schemas.openxmlformats.org/officeDocument/2006/relationships/font" Target="fonts/ProximaNovaSemibold-bold.fntdata"/><Relationship Id="rId41" Type="http://schemas.openxmlformats.org/officeDocument/2006/relationships/font" Target="fonts/ProximaNovaSemibold-regular.fntdata"/><Relationship Id="rId22" Type="http://schemas.openxmlformats.org/officeDocument/2006/relationships/font" Target="fonts/RobotoThin-italic.fntdata"/><Relationship Id="rId44" Type="http://schemas.openxmlformats.org/officeDocument/2006/relationships/font" Target="fonts/RobotoLight-regular.fntdata"/><Relationship Id="rId21" Type="http://schemas.openxmlformats.org/officeDocument/2006/relationships/font" Target="fonts/RobotoThin-bold.fntdata"/><Relationship Id="rId43" Type="http://schemas.openxmlformats.org/officeDocument/2006/relationships/font" Target="fonts/ProximaNovaSemibold-boldItalic.fntdata"/><Relationship Id="rId24" Type="http://schemas.openxmlformats.org/officeDocument/2006/relationships/font" Target="fonts/ProximaNova-regular.fntdata"/><Relationship Id="rId46" Type="http://schemas.openxmlformats.org/officeDocument/2006/relationships/font" Target="fonts/RobotoLight-italic.fntdata"/><Relationship Id="rId23" Type="http://schemas.openxmlformats.org/officeDocument/2006/relationships/font" Target="fonts/RobotoThin-boldItalic.fntdata"/><Relationship Id="rId45" Type="http://schemas.openxmlformats.org/officeDocument/2006/relationships/font" Target="fonts/Roboto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48" Type="http://schemas.openxmlformats.org/officeDocument/2006/relationships/font" Target="fonts/BreeSerif-regular.fntdata"/><Relationship Id="rId25" Type="http://schemas.openxmlformats.org/officeDocument/2006/relationships/font" Target="fonts/ProximaNova-bold.fntdata"/><Relationship Id="rId47" Type="http://schemas.openxmlformats.org/officeDocument/2006/relationships/font" Target="fonts/RobotoLight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Nunito-bold.fntdata"/><Relationship Id="rId10" Type="http://schemas.openxmlformats.org/officeDocument/2006/relationships/slide" Target="slides/slide5.xml"/><Relationship Id="rId32" Type="http://schemas.openxmlformats.org/officeDocument/2006/relationships/font" Target="fonts/Nunito-regular.fntdata"/><Relationship Id="rId13" Type="http://schemas.openxmlformats.org/officeDocument/2006/relationships/slide" Target="slides/slide8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Thin-regular.fntdata"/><Relationship Id="rId14" Type="http://schemas.openxmlformats.org/officeDocument/2006/relationships/slide" Target="slides/slide9.xml"/><Relationship Id="rId36" Type="http://schemas.openxmlformats.org/officeDocument/2006/relationships/font" Target="fonts/DidactGothic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Thin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Thin-bold.fntdata"/><Relationship Id="rId19" Type="http://schemas.openxmlformats.org/officeDocument/2006/relationships/font" Target="fonts/RobotoBlack-boldItalic.fntdata"/><Relationship Id="rId18" Type="http://schemas.openxmlformats.org/officeDocument/2006/relationships/font" Target="fonts/Roboto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dc4e38d7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5dc4e38d7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c99e1ede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c99e1ede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ba3f769e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ba3f769e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5c99e1ed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5c99e1ed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dc4e38d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dc4e38d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6c4908a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6c4908a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6c4908a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6c4908a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6c4908a4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6c4908a4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6c4908a4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6c4908a4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c4908a4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6c4908a4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6c4908a4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6c4908a4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de5f8131e0_0_15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de5f8131e0_0_15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b="0" sz="30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4" type="title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6" type="title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8" type="title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9" type="subTitle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13" type="title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4" type="subTitle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15" type="title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/>
          <p:nvPr>
            <p:ph idx="16" type="ctrTitle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7" type="ctrTitle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8" type="ctrTitle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9" type="ctrTitle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0" type="ctrTitle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21" type="ctrTitle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b="0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ctrTitle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5" type="ctrTitle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2080188" y="1291650"/>
            <a:ext cx="4910700" cy="256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" type="subTitle"/>
          </p:nvPr>
        </p:nvSpPr>
        <p:spPr>
          <a:xfrm>
            <a:off x="2806800" y="1757550"/>
            <a:ext cx="34575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TITLE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1557931" y="206401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ctrTitle"/>
          </p:nvPr>
        </p:nvSpPr>
        <p:spPr>
          <a:xfrm>
            <a:off x="1557931" y="34667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3" type="ctrTitle"/>
          </p:nvPr>
        </p:nvSpPr>
        <p:spPr>
          <a:xfrm>
            <a:off x="1557931" y="2765356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4" type="ctrTitle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">
  <p:cSld name="TITLE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ctrTitle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3" type="ctrTitle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4" type="ctrTitle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+ INFOGRAPHY">
  <p:cSld name="TITLE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2" type="subTitle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3" type="subTitle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4" type="ctrTitle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5" type="ctrTitle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">
  <p:cSld name="TITLE_1_1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 ">
  <p:cSld name="TITLE_1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" type="subTitle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2" type="subTitle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subTitle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4" type="ctrTitle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ctrTitle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GRAPHIC">
  <p:cSld name="TITLE_1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ctrTitle"/>
          </p:nvPr>
        </p:nvSpPr>
        <p:spPr>
          <a:xfrm>
            <a:off x="5822506" y="25195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2" type="ctrTitle"/>
          </p:nvPr>
        </p:nvSpPr>
        <p:spPr>
          <a:xfrm>
            <a:off x="5822506" y="394341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ctrTitle"/>
          </p:nvPr>
        </p:nvSpPr>
        <p:spPr>
          <a:xfrm>
            <a:off x="5822506" y="3231488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hasCustomPrompt="1" idx="4" type="title"/>
          </p:nvPr>
        </p:nvSpPr>
        <p:spPr>
          <a:xfrm>
            <a:off x="5822506" y="197182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2"/>
          <p:cNvSpPr txBox="1"/>
          <p:nvPr>
            <p:ph hasCustomPrompt="1" idx="5" type="title"/>
          </p:nvPr>
        </p:nvSpPr>
        <p:spPr>
          <a:xfrm>
            <a:off x="5822506" y="27123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2"/>
          <p:cNvSpPr txBox="1"/>
          <p:nvPr>
            <p:ph hasCustomPrompt="1" idx="6" type="title"/>
          </p:nvPr>
        </p:nvSpPr>
        <p:spPr>
          <a:xfrm>
            <a:off x="5822506" y="34422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2"/>
          <p:cNvSpPr txBox="1"/>
          <p:nvPr>
            <p:ph idx="7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 2">
  <p:cSld name="TITLE_1_1_1_2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_1_2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3681325" y="543450"/>
            <a:ext cx="5803500" cy="405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FFC1"/>
              </a:solidFill>
            </a:endParaRPr>
          </a:p>
        </p:txBody>
      </p:sp>
      <p:sp>
        <p:nvSpPr>
          <p:cNvPr id="99" name="Google Shape;99;p14"/>
          <p:cNvSpPr txBox="1"/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b="0" sz="300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000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TITLE_1_1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-349375" y="1621200"/>
            <a:ext cx="6832200" cy="29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10000" y="2169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1pPr>
            <a:lvl2pPr indent="-2921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9pPr>
          </a:lstStyle>
          <a:p/>
        </p:txBody>
      </p:sp>
      <p:sp>
        <p:nvSpPr>
          <p:cNvPr id="105" name="Google Shape;105;p15"/>
          <p:cNvSpPr txBox="1"/>
          <p:nvPr>
            <p:ph type="ctrTitle"/>
          </p:nvPr>
        </p:nvSpPr>
        <p:spPr>
          <a:xfrm>
            <a:off x="892325" y="644550"/>
            <a:ext cx="7940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161234"/>
                </a:solidFill>
              </a:defRPr>
            </a:lvl1pPr>
            <a:lvl2pPr lvl="1">
              <a:buNone/>
              <a:defRPr>
                <a:solidFill>
                  <a:srgbClr val="161234"/>
                </a:solidFill>
              </a:defRPr>
            </a:lvl2pPr>
            <a:lvl3pPr lvl="2">
              <a:buNone/>
              <a:defRPr>
                <a:solidFill>
                  <a:srgbClr val="161234"/>
                </a:solidFill>
              </a:defRPr>
            </a:lvl3pPr>
            <a:lvl4pPr lvl="3">
              <a:buNone/>
              <a:defRPr>
                <a:solidFill>
                  <a:srgbClr val="161234"/>
                </a:solidFill>
              </a:defRPr>
            </a:lvl4pPr>
            <a:lvl5pPr lvl="4">
              <a:buNone/>
              <a:defRPr>
                <a:solidFill>
                  <a:srgbClr val="161234"/>
                </a:solidFill>
              </a:defRPr>
            </a:lvl5pPr>
            <a:lvl6pPr lvl="5">
              <a:buNone/>
              <a:defRPr>
                <a:solidFill>
                  <a:srgbClr val="161234"/>
                </a:solidFill>
              </a:defRPr>
            </a:lvl6pPr>
            <a:lvl7pPr lvl="6">
              <a:buNone/>
              <a:defRPr>
                <a:solidFill>
                  <a:srgbClr val="161234"/>
                </a:solidFill>
              </a:defRPr>
            </a:lvl7pPr>
            <a:lvl8pPr lvl="7">
              <a:buNone/>
              <a:defRPr>
                <a:solidFill>
                  <a:srgbClr val="161234"/>
                </a:solidFill>
              </a:defRPr>
            </a:lvl8pPr>
            <a:lvl9pPr lvl="8">
              <a:buNone/>
              <a:defRPr>
                <a:solidFill>
                  <a:srgbClr val="16123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TITLE_1_1_2_1_1_1"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-349375" y="1287500"/>
            <a:ext cx="6832200" cy="3607200"/>
          </a:xfrm>
          <a:prstGeom prst="rect">
            <a:avLst/>
          </a:pr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810000" y="1478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1pPr>
            <a:lvl2pPr indent="-2794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2pPr>
            <a:lvl3pPr indent="-2794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3pPr>
            <a:lvl4pPr indent="-2794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4pPr>
            <a:lvl5pPr indent="-2794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5pPr>
            <a:lvl6pPr indent="-2794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6pPr>
            <a:lvl7pPr indent="-2794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7pPr>
            <a:lvl8pPr indent="-2794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8pPr>
            <a:lvl9pPr indent="-2794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type="ctrTitle"/>
          </p:nvPr>
        </p:nvSpPr>
        <p:spPr>
          <a:xfrm>
            <a:off x="892325" y="644550"/>
            <a:ext cx="7940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b="0" sz="300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1EFFC1"/>
                </a:solidFill>
              </a:defRPr>
            </a:lvl1pPr>
            <a:lvl2pPr lvl="1">
              <a:buNone/>
              <a:defRPr>
                <a:solidFill>
                  <a:srgbClr val="1EFFC1"/>
                </a:solidFill>
              </a:defRPr>
            </a:lvl2pPr>
            <a:lvl3pPr lvl="2">
              <a:buNone/>
              <a:defRPr>
                <a:solidFill>
                  <a:srgbClr val="1EFFC1"/>
                </a:solidFill>
              </a:defRPr>
            </a:lvl3pPr>
            <a:lvl4pPr lvl="3">
              <a:buNone/>
              <a:defRPr>
                <a:solidFill>
                  <a:srgbClr val="1EFFC1"/>
                </a:solidFill>
              </a:defRPr>
            </a:lvl4pPr>
            <a:lvl5pPr lvl="4">
              <a:buNone/>
              <a:defRPr>
                <a:solidFill>
                  <a:srgbClr val="1EFFC1"/>
                </a:solidFill>
              </a:defRPr>
            </a:lvl5pPr>
            <a:lvl6pPr lvl="5">
              <a:buNone/>
              <a:defRPr>
                <a:solidFill>
                  <a:srgbClr val="1EFFC1"/>
                </a:solidFill>
              </a:defRPr>
            </a:lvl6pPr>
            <a:lvl7pPr lvl="6">
              <a:buNone/>
              <a:defRPr>
                <a:solidFill>
                  <a:srgbClr val="1EFFC1"/>
                </a:solidFill>
              </a:defRPr>
            </a:lvl7pPr>
            <a:lvl8pPr lvl="7">
              <a:buNone/>
              <a:defRPr>
                <a:solidFill>
                  <a:srgbClr val="1EFFC1"/>
                </a:solidFill>
              </a:defRPr>
            </a:lvl8pPr>
            <a:lvl9pPr lvl="8">
              <a:buNone/>
              <a:defRPr>
                <a:solidFill>
                  <a:srgbClr val="1EFFC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13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ctrTitle"/>
          </p:nvPr>
        </p:nvSpPr>
        <p:spPr>
          <a:xfrm>
            <a:off x="4521950" y="316788"/>
            <a:ext cx="4287000" cy="3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Atelier 3: Utilisation des outils de versionning</a:t>
            </a:r>
            <a:r>
              <a:rPr b="1" lang="es" sz="36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endParaRPr b="1" sz="36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5237375" y="3721125"/>
            <a:ext cx="3129600" cy="10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Présenté</a:t>
            </a:r>
            <a:r>
              <a:rPr lang="es"/>
              <a:t> par: Mme Arame Dieng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2238757" y="4488644"/>
            <a:ext cx="816022" cy="427879"/>
          </a:xfrm>
          <a:custGeom>
            <a:rect b="b" l="l" r="r" t="t"/>
            <a:pathLst>
              <a:path extrusionOk="0" h="17832" w="34008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3470397" y="1215078"/>
            <a:ext cx="406499" cy="127245"/>
          </a:xfrm>
          <a:custGeom>
            <a:rect b="b" l="l" r="r" t="t"/>
            <a:pathLst>
              <a:path extrusionOk="0" h="5303" w="16941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3559034" y="1342660"/>
            <a:ext cx="229224" cy="91349"/>
          </a:xfrm>
          <a:custGeom>
            <a:rect b="b" l="l" r="r" t="t"/>
            <a:pathLst>
              <a:path extrusionOk="0" h="3807" w="9553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3624733" y="1459947"/>
            <a:ext cx="114624" cy="98403"/>
          </a:xfrm>
          <a:custGeom>
            <a:rect b="b" l="l" r="r" t="t"/>
            <a:pathLst>
              <a:path extrusionOk="0" h="4101" w="4777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3378712" y="1082122"/>
            <a:ext cx="589869" cy="163910"/>
          </a:xfrm>
          <a:custGeom>
            <a:rect b="b" l="l" r="r" t="t"/>
            <a:pathLst>
              <a:path extrusionOk="0" h="6831" w="24583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66882" y="940433"/>
            <a:ext cx="3448945" cy="3969997"/>
          </a:xfrm>
          <a:custGeom>
            <a:rect b="b" l="l" r="r" t="t"/>
            <a:pathLst>
              <a:path extrusionOk="0" h="165451" w="143736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36760" y="2657970"/>
            <a:ext cx="938276" cy="936765"/>
          </a:xfrm>
          <a:custGeom>
            <a:rect b="b" l="l" r="r" t="t"/>
            <a:pathLst>
              <a:path extrusionOk="0" h="39040" w="39103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1655007" y="2725228"/>
            <a:ext cx="24" cy="24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1031545" y="2553759"/>
            <a:ext cx="669341" cy="660798"/>
          </a:xfrm>
          <a:custGeom>
            <a:rect b="b" l="l" r="r" t="t"/>
            <a:pathLst>
              <a:path extrusionOk="0" h="27539" w="27895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-1529537" y="1971857"/>
            <a:ext cx="426367" cy="424831"/>
          </a:xfrm>
          <a:custGeom>
            <a:rect b="b" l="l" r="r" t="t"/>
            <a:pathLst>
              <a:path extrusionOk="0" h="17705" w="17769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101692" y="1100826"/>
            <a:ext cx="301065" cy="297994"/>
          </a:xfrm>
          <a:custGeom>
            <a:rect b="b" l="l" r="r" t="t"/>
            <a:pathLst>
              <a:path extrusionOk="0" h="12419" w="12547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1994248" y="1967274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1994248" y="2098694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1994248" y="2230115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1994248" y="249446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1994248" y="262588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1994248" y="2888730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1994248" y="3020150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994248" y="328296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58164" y="1967274"/>
            <a:ext cx="1705373" cy="38224"/>
          </a:xfrm>
          <a:custGeom>
            <a:rect b="b" l="l" r="r" t="t"/>
            <a:pathLst>
              <a:path extrusionOk="0" h="1593" w="71072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58164" y="2098694"/>
            <a:ext cx="1705373" cy="38224"/>
          </a:xfrm>
          <a:custGeom>
            <a:rect b="b" l="l" r="r" t="t"/>
            <a:pathLst>
              <a:path extrusionOk="0" h="1593" w="71072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58164" y="2363047"/>
            <a:ext cx="1147609" cy="38248"/>
          </a:xfrm>
          <a:custGeom>
            <a:rect b="b" l="l" r="r" t="t"/>
            <a:pathLst>
              <a:path extrusionOk="0" h="1594" w="47827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2108848" y="1701385"/>
            <a:ext cx="701422" cy="114648"/>
          </a:xfrm>
          <a:custGeom>
            <a:rect b="b" l="l" r="r" t="t"/>
            <a:pathLst>
              <a:path extrusionOk="0" h="4778" w="29232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560907" y="1701385"/>
            <a:ext cx="699886" cy="114648"/>
          </a:xfrm>
          <a:custGeom>
            <a:rect b="b" l="l" r="r" t="t"/>
            <a:pathLst>
              <a:path extrusionOk="0" h="4778" w="29168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178098" y="3305895"/>
            <a:ext cx="735039" cy="1488386"/>
          </a:xfrm>
          <a:custGeom>
            <a:rect b="b" l="l" r="r" t="t"/>
            <a:pathLst>
              <a:path extrusionOk="0" h="62029" w="30633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-1210164" y="4037850"/>
            <a:ext cx="76424" cy="382048"/>
          </a:xfrm>
          <a:custGeom>
            <a:rect b="b" l="l" r="r" t="t"/>
            <a:pathLst>
              <a:path extrusionOk="0" h="15922" w="3185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77698" y="357831"/>
            <a:ext cx="1228616" cy="426343"/>
          </a:xfrm>
          <a:custGeom>
            <a:rect b="b" l="l" r="r" t="t"/>
            <a:pathLst>
              <a:path extrusionOk="0" h="17768" w="51203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2605497" y="99575"/>
            <a:ext cx="1101778" cy="368659"/>
          </a:xfrm>
          <a:custGeom>
            <a:rect b="b" l="l" r="r" t="t"/>
            <a:pathLst>
              <a:path extrusionOk="0" h="15364" w="45917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5852" y="2573948"/>
            <a:ext cx="233831" cy="200046"/>
          </a:xfrm>
          <a:custGeom>
            <a:rect b="b" l="l" r="r" t="t"/>
            <a:pathLst>
              <a:path extrusionOk="0" h="8337" w="9745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2385439" y="1418388"/>
            <a:ext cx="233831" cy="200502"/>
          </a:xfrm>
          <a:custGeom>
            <a:rect b="b" l="l" r="r" t="t"/>
            <a:pathLst>
              <a:path extrusionOk="0" h="8356" w="9745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3338976" y="2473808"/>
            <a:ext cx="189513" cy="161270"/>
          </a:xfrm>
          <a:custGeom>
            <a:rect b="b" l="l" r="r" t="t"/>
            <a:pathLst>
              <a:path extrusionOk="0" h="6721" w="7898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42741" y="4509280"/>
            <a:ext cx="189513" cy="162758"/>
          </a:xfrm>
          <a:custGeom>
            <a:rect b="b" l="l" r="r" t="t"/>
            <a:pathLst>
              <a:path extrusionOk="0" h="6783" w="7898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3910489" y="755070"/>
            <a:ext cx="187977" cy="162422"/>
          </a:xfrm>
          <a:custGeom>
            <a:rect b="b" l="l" r="r" t="t"/>
            <a:pathLst>
              <a:path extrusionOk="0" h="6769" w="7834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221034" y="4212030"/>
            <a:ext cx="276182" cy="199518"/>
          </a:xfrm>
          <a:custGeom>
            <a:rect b="b" l="l" r="r" t="t"/>
            <a:pathLst>
              <a:path extrusionOk="0" h="8315" w="1151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1000217" y="3048403"/>
            <a:ext cx="195607" cy="1401284"/>
          </a:xfrm>
          <a:custGeom>
            <a:rect b="b" l="l" r="r" t="t"/>
            <a:pathLst>
              <a:path extrusionOk="0" h="58399" w="8152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3578878" y="1713623"/>
            <a:ext cx="779358" cy="716707"/>
          </a:xfrm>
          <a:custGeom>
            <a:rect b="b" l="l" r="r" t="t"/>
            <a:pathLst>
              <a:path extrusionOk="0" h="29869" w="3248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379811" y="1933644"/>
            <a:ext cx="932182" cy="716707"/>
          </a:xfrm>
          <a:custGeom>
            <a:rect b="b" l="l" r="r" t="t"/>
            <a:pathLst>
              <a:path extrusionOk="0" h="29869" w="38849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3328274" y="2971248"/>
            <a:ext cx="236879" cy="1473101"/>
          </a:xfrm>
          <a:custGeom>
            <a:rect b="b" l="l" r="r" t="t"/>
            <a:pathLst>
              <a:path extrusionOk="0" h="61392" w="9872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3759681" y="2919947"/>
            <a:ext cx="126382" cy="71193"/>
          </a:xfrm>
          <a:custGeom>
            <a:rect b="b" l="l" r="r" t="t"/>
            <a:pathLst>
              <a:path extrusionOk="0" h="2967" w="5267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206947" y="3632911"/>
            <a:ext cx="151288" cy="169645"/>
          </a:xfrm>
          <a:custGeom>
            <a:rect b="b" l="l" r="r" t="t"/>
            <a:pathLst>
              <a:path extrusionOk="0" h="7070" w="6305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3902835" y="2990972"/>
            <a:ext cx="301065" cy="314934"/>
          </a:xfrm>
          <a:custGeom>
            <a:rect b="b" l="l" r="r" t="t"/>
            <a:pathLst>
              <a:path extrusionOk="0" h="13125" w="12547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3358844" y="2801628"/>
            <a:ext cx="234863" cy="151288"/>
          </a:xfrm>
          <a:custGeom>
            <a:rect b="b" l="l" r="r" t="t"/>
            <a:pathLst>
              <a:path extrusionOk="0" h="6305" w="9788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4240660" y="3481406"/>
            <a:ext cx="56460" cy="113328"/>
          </a:xfrm>
          <a:custGeom>
            <a:rect b="b" l="l" r="r" t="t"/>
            <a:pathLst>
              <a:path extrusionOk="0" h="4723" w="2353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3623197" y="2875820"/>
            <a:ext cx="116160" cy="57252"/>
          </a:xfrm>
          <a:custGeom>
            <a:rect b="b" l="l" r="r" t="t"/>
            <a:pathLst>
              <a:path extrusionOk="0" h="2386" w="4841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191423" y="3335613"/>
            <a:ext cx="73593" cy="110881"/>
          </a:xfrm>
          <a:custGeom>
            <a:rect b="b" l="l" r="r" t="t"/>
            <a:pathLst>
              <a:path extrusionOk="0" h="4621" w="3067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-1914609" y="1987070"/>
            <a:ext cx="215475" cy="415737"/>
          </a:xfrm>
          <a:custGeom>
            <a:rect b="b" l="l" r="r" t="t"/>
            <a:pathLst>
              <a:path extrusionOk="0" h="17326" w="898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-1742565" y="2580202"/>
            <a:ext cx="87750" cy="103778"/>
          </a:xfrm>
          <a:custGeom>
            <a:rect b="b" l="l" r="r" t="t"/>
            <a:pathLst>
              <a:path extrusionOk="0" h="4325" w="3657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-1796962" y="2440191"/>
            <a:ext cx="68794" cy="109321"/>
          </a:xfrm>
          <a:custGeom>
            <a:rect b="b" l="l" r="r" t="t"/>
            <a:pathLst>
              <a:path extrusionOk="0" h="4556" w="2867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-1778629" y="1845187"/>
            <a:ext cx="77552" cy="108361"/>
          </a:xfrm>
          <a:custGeom>
            <a:rect b="b" l="l" r="r" t="t"/>
            <a:pathLst>
              <a:path extrusionOk="0" h="4516" w="3232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-1647209" y="1518015"/>
            <a:ext cx="213963" cy="213963"/>
          </a:xfrm>
          <a:custGeom>
            <a:rect b="b" l="l" r="r" t="t"/>
            <a:pathLst>
              <a:path extrusionOk="0" h="8917" w="8917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-1709860" y="1717486"/>
            <a:ext cx="87126" cy="100059"/>
          </a:xfrm>
          <a:custGeom>
            <a:rect b="b" l="l" r="r" t="t"/>
            <a:pathLst>
              <a:path extrusionOk="0" h="4170" w="3631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-1658918" y="2705552"/>
            <a:ext cx="222626" cy="225985"/>
          </a:xfrm>
          <a:custGeom>
            <a:rect b="b" l="l" r="r" t="t"/>
            <a:pathLst>
              <a:path extrusionOk="0" h="9418" w="9278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2253268" y="3747360"/>
            <a:ext cx="309464" cy="315150"/>
          </a:xfrm>
          <a:custGeom>
            <a:rect b="b" l="l" r="r" t="t"/>
            <a:pathLst>
              <a:path extrusionOk="0" h="13134" w="12897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696231" y="4023049"/>
            <a:ext cx="125566" cy="57924"/>
          </a:xfrm>
          <a:custGeom>
            <a:rect b="b" l="l" r="r" t="t"/>
            <a:pathLst>
              <a:path extrusionOk="0" h="2414" w="5233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249992" y="3692978"/>
            <a:ext cx="53629" cy="112105"/>
          </a:xfrm>
          <a:custGeom>
            <a:rect b="b" l="l" r="r" t="t"/>
            <a:pathLst>
              <a:path extrusionOk="0" h="4672" w="2235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1061333" y="3335988"/>
            <a:ext cx="71865" cy="110137"/>
          </a:xfrm>
          <a:custGeom>
            <a:rect b="b" l="l" r="r" t="t"/>
            <a:pathLst>
              <a:path extrusionOk="0" h="4590" w="2995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1378045" y="3216511"/>
            <a:ext cx="151288" cy="171156"/>
          </a:xfrm>
          <a:custGeom>
            <a:rect b="b" l="l" r="r" t="t"/>
            <a:pathLst>
              <a:path extrusionOk="0" h="7133" w="6305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000213" y="4020803"/>
            <a:ext cx="126022" cy="70401"/>
          </a:xfrm>
          <a:custGeom>
            <a:rect b="b" l="l" r="r" t="t"/>
            <a:pathLst>
              <a:path extrusionOk="0" h="2934" w="5252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7690" y="3891062"/>
            <a:ext cx="227713" cy="151288"/>
          </a:xfrm>
          <a:custGeom>
            <a:rect b="b" l="l" r="r" t="t"/>
            <a:pathLst>
              <a:path extrusionOk="0" h="6305" w="949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331051" y="1643317"/>
            <a:ext cx="230784" cy="230784"/>
          </a:xfrm>
          <a:custGeom>
            <a:rect b="b" l="l" r="r" t="t"/>
            <a:pathLst>
              <a:path extrusionOk="0" h="9618" w="9618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2385439" y="588929"/>
            <a:ext cx="230760" cy="230784"/>
          </a:xfrm>
          <a:custGeom>
            <a:rect b="b" l="l" r="r" t="t"/>
            <a:pathLst>
              <a:path extrusionOk="0" h="9618" w="9617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2963071" y="588929"/>
            <a:ext cx="230760" cy="230784"/>
          </a:xfrm>
          <a:custGeom>
            <a:rect b="b" l="l" r="r" t="t"/>
            <a:pathLst>
              <a:path extrusionOk="0" h="9618" w="9617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870331" y="4410722"/>
            <a:ext cx="453865" cy="583750"/>
          </a:xfrm>
          <a:custGeom>
            <a:rect b="b" l="l" r="r" t="t"/>
            <a:pathLst>
              <a:path extrusionOk="0" h="24328" w="18915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3312239" y="4868338"/>
            <a:ext cx="268960" cy="38224"/>
          </a:xfrm>
          <a:custGeom>
            <a:rect b="b" l="l" r="r" t="t"/>
            <a:pathLst>
              <a:path extrusionOk="0" h="1593" w="11209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725301" y="4335815"/>
            <a:ext cx="268960" cy="38224"/>
          </a:xfrm>
          <a:custGeom>
            <a:rect b="b" l="l" r="r" t="t"/>
            <a:pathLst>
              <a:path extrusionOk="0" h="1593" w="11209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803226" y="4749969"/>
            <a:ext cx="212428" cy="38248"/>
          </a:xfrm>
          <a:custGeom>
            <a:rect b="b" l="l" r="r" t="t"/>
            <a:pathLst>
              <a:path extrusionOk="0" h="1594" w="8853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959391" y="2384451"/>
            <a:ext cx="385096" cy="427903"/>
          </a:xfrm>
          <a:custGeom>
            <a:rect b="b" l="l" r="r" t="t"/>
            <a:pathLst>
              <a:path extrusionOk="0" h="17833" w="16049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338705" y="153948"/>
            <a:ext cx="504279" cy="431958"/>
          </a:xfrm>
          <a:custGeom>
            <a:rect b="b" l="l" r="r" t="t"/>
            <a:pathLst>
              <a:path extrusionOk="0" h="18002" w="21016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483875" y="232891"/>
            <a:ext cx="97804" cy="226177"/>
          </a:xfrm>
          <a:custGeom>
            <a:rect b="b" l="l" r="r" t="t"/>
            <a:pathLst>
              <a:path extrusionOk="0" h="9426" w="4076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-1092516" y="2430305"/>
            <a:ext cx="165062" cy="166573"/>
          </a:xfrm>
          <a:custGeom>
            <a:rect b="b" l="l" r="r" t="t"/>
            <a:pathLst>
              <a:path extrusionOk="0" h="6942" w="6879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276289" y="3745848"/>
            <a:ext cx="145194" cy="145194"/>
          </a:xfrm>
          <a:custGeom>
            <a:rect b="b" l="l" r="r" t="t"/>
            <a:pathLst>
              <a:path extrusionOk="0" h="6051" w="6051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3936452" y="266508"/>
            <a:ext cx="143682" cy="145194"/>
          </a:xfrm>
          <a:custGeom>
            <a:rect b="b" l="l" r="r" t="t"/>
            <a:pathLst>
              <a:path extrusionOk="0" h="6051" w="5988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-1092516" y="2699241"/>
            <a:ext cx="165062" cy="166573"/>
          </a:xfrm>
          <a:custGeom>
            <a:rect b="b" l="l" r="r" t="t"/>
            <a:pathLst>
              <a:path extrusionOk="0" h="6942" w="6879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69693" y="1435496"/>
            <a:ext cx="165062" cy="166597"/>
          </a:xfrm>
          <a:custGeom>
            <a:rect b="b" l="l" r="r" t="t"/>
            <a:pathLst>
              <a:path extrusionOk="0" h="6943" w="6879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849711" y="1453829"/>
            <a:ext cx="1453233" cy="129933"/>
          </a:xfrm>
          <a:custGeom>
            <a:rect b="b" l="l" r="r" t="t"/>
            <a:pathLst>
              <a:path extrusionOk="0" h="5415" w="60564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69693" y="216053"/>
            <a:ext cx="2017116" cy="591405"/>
          </a:xfrm>
          <a:custGeom>
            <a:rect b="b" l="l" r="r" t="t"/>
            <a:pathLst>
              <a:path extrusionOk="0" h="24647" w="84064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3445946" y="532397"/>
            <a:ext cx="809903" cy="1066626"/>
          </a:xfrm>
          <a:custGeom>
            <a:rect b="b" l="l" r="r" t="t"/>
            <a:pathLst>
              <a:path extrusionOk="0" h="44452" w="33753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-1256018" y="481959"/>
            <a:ext cx="129909" cy="302217"/>
          </a:xfrm>
          <a:custGeom>
            <a:rect b="b" l="l" r="r" t="t"/>
            <a:pathLst>
              <a:path extrusionOk="0" h="12595" w="5414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357809" y="3513708"/>
            <a:ext cx="129909" cy="302577"/>
          </a:xfrm>
          <a:custGeom>
            <a:rect b="b" l="l" r="r" t="t"/>
            <a:pathLst>
              <a:path extrusionOk="0" h="12610" w="5414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-1074160" y="481959"/>
            <a:ext cx="128373" cy="302217"/>
          </a:xfrm>
          <a:custGeom>
            <a:rect b="b" l="l" r="r" t="t"/>
            <a:pathLst>
              <a:path extrusionOk="0" h="12595" w="535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366059" y="2242361"/>
            <a:ext cx="129909" cy="1601450"/>
          </a:xfrm>
          <a:custGeom>
            <a:rect b="b" l="l" r="r" t="t"/>
            <a:pathLst>
              <a:path extrusionOk="0" h="66741" w="5414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209091" y="4536010"/>
            <a:ext cx="1005510" cy="152824"/>
          </a:xfrm>
          <a:custGeom>
            <a:rect b="b" l="l" r="r" t="t"/>
            <a:pathLst>
              <a:path extrusionOk="0" h="6369" w="41905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168637" y="4665895"/>
            <a:ext cx="1180770" cy="378017"/>
          </a:xfrm>
          <a:custGeom>
            <a:rect b="b" l="l" r="r" t="t"/>
            <a:pathLst>
              <a:path extrusionOk="0" h="15754" w="49209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-1356869" y="2564773"/>
            <a:ext cx="189513" cy="161270"/>
          </a:xfrm>
          <a:custGeom>
            <a:rect b="b" l="l" r="r" t="t"/>
            <a:pathLst>
              <a:path extrusionOk="0" h="6721" w="7898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2744516" y="1986394"/>
            <a:ext cx="594452" cy="129909"/>
          </a:xfrm>
          <a:custGeom>
            <a:rect b="b" l="l" r="r" t="t"/>
            <a:pathLst>
              <a:path extrusionOk="0" h="5414" w="24774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3867706" y="3617626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20"/>
          <p:cNvGrpSpPr/>
          <p:nvPr/>
        </p:nvGrpSpPr>
        <p:grpSpPr>
          <a:xfrm>
            <a:off x="3650719" y="3330334"/>
            <a:ext cx="429415" cy="537920"/>
            <a:chOff x="3650719" y="3330334"/>
            <a:chExt cx="429415" cy="537920"/>
          </a:xfrm>
        </p:grpSpPr>
        <p:sp>
          <p:nvSpPr>
            <p:cNvPr id="213" name="Google Shape;213;p20"/>
            <p:cNvSpPr/>
            <p:nvPr/>
          </p:nvSpPr>
          <p:spPr>
            <a:xfrm>
              <a:off x="3688919" y="3380771"/>
              <a:ext cx="169645" cy="437069"/>
            </a:xfrm>
            <a:custGeom>
              <a:rect b="b" l="l" r="r" t="t"/>
              <a:pathLst>
                <a:path extrusionOk="0" h="18215" w="707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3875336" y="3379235"/>
              <a:ext cx="171180" cy="438605"/>
            </a:xfrm>
            <a:custGeom>
              <a:rect b="b" l="l" r="r" t="t"/>
              <a:pathLst>
                <a:path extrusionOk="0" h="18279" w="7134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3779068" y="3467873"/>
              <a:ext cx="177275" cy="111577"/>
            </a:xfrm>
            <a:custGeom>
              <a:rect b="b" l="l" r="r" t="t"/>
              <a:pathLst>
                <a:path extrusionOk="0" h="4650" w="7388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3650719" y="3330334"/>
              <a:ext cx="429415" cy="38224"/>
            </a:xfrm>
            <a:custGeom>
              <a:rect b="b" l="l" r="r" t="t"/>
              <a:pathLst>
                <a:path extrusionOk="0" h="1593" w="17896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3650719" y="3830030"/>
              <a:ext cx="429415" cy="38224"/>
            </a:xfrm>
            <a:custGeom>
              <a:rect b="b" l="l" r="r" t="t"/>
              <a:pathLst>
                <a:path extrusionOk="0" h="1593" w="17896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20"/>
          <p:cNvSpPr/>
          <p:nvPr/>
        </p:nvSpPr>
        <p:spPr>
          <a:xfrm>
            <a:off x="3772950" y="1883243"/>
            <a:ext cx="117647" cy="169645"/>
          </a:xfrm>
          <a:custGeom>
            <a:rect b="b" l="l" r="r" t="t"/>
            <a:pathLst>
              <a:path extrusionOk="0" h="7070" w="4903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905906" y="1883243"/>
            <a:ext cx="132956" cy="169645"/>
          </a:xfrm>
          <a:custGeom>
            <a:rect b="b" l="l" r="r" t="t"/>
            <a:pathLst>
              <a:path extrusionOk="0" h="7070" w="5541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069408" y="1883243"/>
            <a:ext cx="116160" cy="169645"/>
          </a:xfrm>
          <a:custGeom>
            <a:rect b="b" l="l" r="r" t="t"/>
            <a:pathLst>
              <a:path extrusionOk="0" h="7070" w="4841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30660" y="444909"/>
            <a:ext cx="88638" cy="171180"/>
          </a:xfrm>
          <a:custGeom>
            <a:rect b="b" l="l" r="r" t="t"/>
            <a:pathLst>
              <a:path extrusionOk="0" h="7134" w="3694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334756" y="1660887"/>
            <a:ext cx="142146" cy="175763"/>
          </a:xfrm>
          <a:custGeom>
            <a:rect b="b" l="l" r="r" t="t"/>
            <a:pathLst>
              <a:path extrusionOk="0" h="7325" w="5924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-1214747" y="1001523"/>
            <a:ext cx="131445" cy="169645"/>
          </a:xfrm>
          <a:custGeom>
            <a:rect b="b" l="l" r="r" t="t"/>
            <a:pathLst>
              <a:path extrusionOk="0" h="7070" w="5478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-1066530" y="1001523"/>
            <a:ext cx="134492" cy="169645"/>
          </a:xfrm>
          <a:custGeom>
            <a:rect b="b" l="l" r="r" t="t"/>
            <a:pathLst>
              <a:path extrusionOk="0" h="7070" w="5605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42749" y="426923"/>
            <a:ext cx="224665" cy="169645"/>
          </a:xfrm>
          <a:custGeom>
            <a:rect b="b" l="l" r="r" t="t"/>
            <a:pathLst>
              <a:path extrusionOk="0" h="7070" w="9363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82099" y="1001523"/>
            <a:ext cx="97828" cy="169645"/>
          </a:xfrm>
          <a:custGeom>
            <a:rect b="b" l="l" r="r" t="t"/>
            <a:pathLst>
              <a:path extrusionOk="0" h="7070" w="4077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2309" y="4484061"/>
            <a:ext cx="155896" cy="203262"/>
          </a:xfrm>
          <a:custGeom>
            <a:rect b="b" l="l" r="r" t="t"/>
            <a:pathLst>
              <a:path extrusionOk="0" h="8471" w="6497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92632" y="4384722"/>
            <a:ext cx="198679" cy="365252"/>
          </a:xfrm>
          <a:custGeom>
            <a:rect b="b" l="l" r="r" t="t"/>
            <a:pathLst>
              <a:path extrusionOk="0" h="15222" w="828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3801989" y="4086729"/>
            <a:ext cx="230760" cy="230784"/>
          </a:xfrm>
          <a:custGeom>
            <a:rect b="b" l="l" r="r" t="t"/>
            <a:pathLst>
              <a:path extrusionOk="0" h="9618" w="9617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</a:t>
            </a:r>
            <a:endParaRPr/>
          </a:p>
        </p:txBody>
      </p:sp>
      <p:sp>
        <p:nvSpPr>
          <p:cNvPr id="236" name="Google Shape;236;p21"/>
          <p:cNvSpPr txBox="1"/>
          <p:nvPr>
            <p:ph idx="2" type="title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7" name="Google Shape;237;p21"/>
          <p:cNvSpPr txBox="1"/>
          <p:nvPr>
            <p:ph idx="4" type="title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05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8" name="Google Shape;238;p21"/>
          <p:cNvSpPr txBox="1"/>
          <p:nvPr>
            <p:ph idx="5" type="subTitle"/>
          </p:nvPr>
        </p:nvSpPr>
        <p:spPr>
          <a:xfrm>
            <a:off x="3839475" y="443795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Documentation</a:t>
            </a:r>
            <a:endParaRPr sz="17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239" name="Google Shape;239;p21"/>
          <p:cNvSpPr txBox="1"/>
          <p:nvPr>
            <p:ph idx="6" type="title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06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0" name="Google Shape;240;p21"/>
          <p:cNvSpPr txBox="1"/>
          <p:nvPr>
            <p:ph idx="8" type="title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1" name="Google Shape;241;p21"/>
          <p:cNvSpPr txBox="1"/>
          <p:nvPr>
            <p:ph idx="13" type="title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2" name="Google Shape;242;p21"/>
          <p:cNvSpPr txBox="1"/>
          <p:nvPr>
            <p:ph idx="15" type="title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3" name="Google Shape;243;p21"/>
          <p:cNvSpPr txBox="1"/>
          <p:nvPr>
            <p:ph idx="16" type="ctrTitle"/>
          </p:nvPr>
        </p:nvSpPr>
        <p:spPr>
          <a:xfrm>
            <a:off x="634050" y="2021688"/>
            <a:ext cx="2127300" cy="4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Création du repository</a:t>
            </a:r>
            <a:endParaRPr/>
          </a:p>
        </p:txBody>
      </p:sp>
      <p:sp>
        <p:nvSpPr>
          <p:cNvPr id="244" name="Google Shape;244;p21"/>
          <p:cNvSpPr txBox="1"/>
          <p:nvPr>
            <p:ph idx="17" type="ctrTitle"/>
          </p:nvPr>
        </p:nvSpPr>
        <p:spPr>
          <a:xfrm>
            <a:off x="439150" y="2978576"/>
            <a:ext cx="2076000" cy="4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Création d’une branche personnelle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 txBox="1"/>
          <p:nvPr>
            <p:ph idx="18" type="ctrTitle"/>
          </p:nvPr>
        </p:nvSpPr>
        <p:spPr>
          <a:xfrm>
            <a:off x="1150575" y="3935450"/>
            <a:ext cx="20760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Ajout de fichiers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 txBox="1"/>
          <p:nvPr>
            <p:ph idx="19" type="ctrTitle"/>
          </p:nvPr>
        </p:nvSpPr>
        <p:spPr>
          <a:xfrm>
            <a:off x="6424525" y="2087842"/>
            <a:ext cx="2076000" cy="4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Commits et push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 txBox="1"/>
          <p:nvPr>
            <p:ph idx="20" type="ctrTitle"/>
          </p:nvPr>
        </p:nvSpPr>
        <p:spPr>
          <a:xfrm>
            <a:off x="6424525" y="3125846"/>
            <a:ext cx="2076000" cy="3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Pull Request (PR)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 txBox="1"/>
          <p:nvPr>
            <p:ph idx="21" type="ctrTitle"/>
          </p:nvPr>
        </p:nvSpPr>
        <p:spPr>
          <a:xfrm>
            <a:off x="6424525" y="3657113"/>
            <a:ext cx="20760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Fusion des différentes branches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3597855" y="3835194"/>
            <a:ext cx="428915" cy="428530"/>
          </a:xfrm>
          <a:custGeom>
            <a:rect b="b" l="l" r="r" t="t"/>
            <a:pathLst>
              <a:path extrusionOk="0" h="31446" w="31480">
                <a:moveTo>
                  <a:pt x="15267" y="12428"/>
                </a:moveTo>
                <a:cubicBezTo>
                  <a:pt x="15789" y="12428"/>
                  <a:pt x="16278" y="12559"/>
                  <a:pt x="16768" y="12722"/>
                </a:cubicBezTo>
                <a:lnTo>
                  <a:pt x="14647" y="14842"/>
                </a:lnTo>
                <a:cubicBezTo>
                  <a:pt x="14060" y="15364"/>
                  <a:pt x="14060" y="16277"/>
                  <a:pt x="14615" y="16832"/>
                </a:cubicBezTo>
                <a:cubicBezTo>
                  <a:pt x="14892" y="17126"/>
                  <a:pt x="15259" y="17272"/>
                  <a:pt x="15626" y="17272"/>
                </a:cubicBezTo>
                <a:cubicBezTo>
                  <a:pt x="15993" y="17272"/>
                  <a:pt x="16360" y="17126"/>
                  <a:pt x="16637" y="16832"/>
                </a:cubicBezTo>
                <a:lnTo>
                  <a:pt x="18757" y="14712"/>
                </a:lnTo>
                <a:cubicBezTo>
                  <a:pt x="18953" y="15168"/>
                  <a:pt x="19051" y="15690"/>
                  <a:pt x="19051" y="16245"/>
                </a:cubicBezTo>
                <a:cubicBezTo>
                  <a:pt x="19051" y="18365"/>
                  <a:pt x="17322" y="20029"/>
                  <a:pt x="15267" y="20029"/>
                </a:cubicBezTo>
                <a:cubicBezTo>
                  <a:pt x="13147" y="20029"/>
                  <a:pt x="11450" y="18300"/>
                  <a:pt x="11450" y="16245"/>
                </a:cubicBezTo>
                <a:cubicBezTo>
                  <a:pt x="11450" y="14157"/>
                  <a:pt x="13179" y="12428"/>
                  <a:pt x="15267" y="12428"/>
                </a:cubicBezTo>
                <a:close/>
                <a:moveTo>
                  <a:pt x="15267" y="4763"/>
                </a:moveTo>
                <a:cubicBezTo>
                  <a:pt x="17909" y="4763"/>
                  <a:pt x="20323" y="5676"/>
                  <a:pt x="22280" y="7177"/>
                </a:cubicBezTo>
                <a:lnTo>
                  <a:pt x="19540" y="9917"/>
                </a:lnTo>
                <a:cubicBezTo>
                  <a:pt x="18301" y="9101"/>
                  <a:pt x="16833" y="8612"/>
                  <a:pt x="15267" y="8612"/>
                </a:cubicBezTo>
                <a:cubicBezTo>
                  <a:pt x="11059" y="8612"/>
                  <a:pt x="7634" y="12037"/>
                  <a:pt x="7634" y="16245"/>
                </a:cubicBezTo>
                <a:cubicBezTo>
                  <a:pt x="7634" y="20420"/>
                  <a:pt x="11059" y="23845"/>
                  <a:pt x="15267" y="23845"/>
                </a:cubicBezTo>
                <a:cubicBezTo>
                  <a:pt x="19442" y="23845"/>
                  <a:pt x="22867" y="20420"/>
                  <a:pt x="22867" y="16245"/>
                </a:cubicBezTo>
                <a:cubicBezTo>
                  <a:pt x="22867" y="14646"/>
                  <a:pt x="22378" y="13179"/>
                  <a:pt x="21563" y="11939"/>
                </a:cubicBezTo>
                <a:lnTo>
                  <a:pt x="24303" y="9232"/>
                </a:lnTo>
                <a:cubicBezTo>
                  <a:pt x="25803" y="11124"/>
                  <a:pt x="26717" y="13570"/>
                  <a:pt x="26717" y="16245"/>
                </a:cubicBezTo>
                <a:cubicBezTo>
                  <a:pt x="26717" y="22508"/>
                  <a:pt x="21563" y="27597"/>
                  <a:pt x="15267" y="27597"/>
                </a:cubicBezTo>
                <a:cubicBezTo>
                  <a:pt x="8939" y="27597"/>
                  <a:pt x="3850" y="22475"/>
                  <a:pt x="3850" y="16180"/>
                </a:cubicBezTo>
                <a:cubicBezTo>
                  <a:pt x="3850" y="9917"/>
                  <a:pt x="8971" y="4763"/>
                  <a:pt x="15267" y="4763"/>
                </a:cubicBezTo>
                <a:close/>
                <a:moveTo>
                  <a:pt x="27434" y="0"/>
                </a:moveTo>
                <a:lnTo>
                  <a:pt x="23846" y="3588"/>
                </a:lnTo>
                <a:cubicBezTo>
                  <a:pt x="21400" y="1925"/>
                  <a:pt x="18464" y="946"/>
                  <a:pt x="15300" y="946"/>
                </a:cubicBezTo>
                <a:cubicBezTo>
                  <a:pt x="6851" y="946"/>
                  <a:pt x="1" y="7764"/>
                  <a:pt x="1" y="16180"/>
                </a:cubicBezTo>
                <a:cubicBezTo>
                  <a:pt x="1" y="24628"/>
                  <a:pt x="6818" y="31446"/>
                  <a:pt x="15267" y="31446"/>
                </a:cubicBezTo>
                <a:cubicBezTo>
                  <a:pt x="23650" y="31446"/>
                  <a:pt x="30500" y="24628"/>
                  <a:pt x="30500" y="16180"/>
                </a:cubicBezTo>
                <a:cubicBezTo>
                  <a:pt x="30500" y="13015"/>
                  <a:pt x="29522" y="10080"/>
                  <a:pt x="27858" y="7633"/>
                </a:cubicBezTo>
                <a:lnTo>
                  <a:pt x="31479" y="4045"/>
                </a:lnTo>
                <a:lnTo>
                  <a:pt x="31479" y="4045"/>
                </a:lnTo>
                <a:lnTo>
                  <a:pt x="26749" y="4730"/>
                </a:lnTo>
                <a:lnTo>
                  <a:pt x="26749" y="4730"/>
                </a:lnTo>
                <a:lnTo>
                  <a:pt x="27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21"/>
          <p:cNvGrpSpPr/>
          <p:nvPr/>
        </p:nvGrpSpPr>
        <p:grpSpPr>
          <a:xfrm>
            <a:off x="3597856" y="2015863"/>
            <a:ext cx="428915" cy="426116"/>
            <a:chOff x="6226275" y="3911538"/>
            <a:chExt cx="900325" cy="894450"/>
          </a:xfrm>
        </p:grpSpPr>
        <p:sp>
          <p:nvSpPr>
            <p:cNvPr id="251" name="Google Shape;251;p21"/>
            <p:cNvSpPr/>
            <p:nvPr/>
          </p:nvSpPr>
          <p:spPr>
            <a:xfrm>
              <a:off x="6355100" y="4405488"/>
              <a:ext cx="87300" cy="116625"/>
            </a:xfrm>
            <a:custGeom>
              <a:rect b="b" l="l" r="r" t="t"/>
              <a:pathLst>
                <a:path extrusionOk="0" h="4665" w="3492">
                  <a:moveTo>
                    <a:pt x="1860" y="0"/>
                  </a:moveTo>
                  <a:cubicBezTo>
                    <a:pt x="947" y="1664"/>
                    <a:pt x="360" y="2871"/>
                    <a:pt x="197" y="3197"/>
                  </a:cubicBezTo>
                  <a:cubicBezTo>
                    <a:pt x="1" y="3588"/>
                    <a:pt x="66" y="4078"/>
                    <a:pt x="392" y="4404"/>
                  </a:cubicBezTo>
                  <a:lnTo>
                    <a:pt x="653" y="4665"/>
                  </a:lnTo>
                  <a:cubicBezTo>
                    <a:pt x="1371" y="3784"/>
                    <a:pt x="2252" y="2806"/>
                    <a:pt x="3296" y="1794"/>
                  </a:cubicBezTo>
                  <a:cubicBezTo>
                    <a:pt x="3393" y="1729"/>
                    <a:pt x="3459" y="1664"/>
                    <a:pt x="3491" y="1631"/>
                  </a:cubicBezTo>
                  <a:lnTo>
                    <a:pt x="1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6514125" y="4593038"/>
              <a:ext cx="119900" cy="87550"/>
            </a:xfrm>
            <a:custGeom>
              <a:rect b="b" l="l" r="r" t="t"/>
              <a:pathLst>
                <a:path extrusionOk="0" h="3502" w="4796">
                  <a:moveTo>
                    <a:pt x="3100" y="1"/>
                  </a:moveTo>
                  <a:cubicBezTo>
                    <a:pt x="2969" y="33"/>
                    <a:pt x="2937" y="131"/>
                    <a:pt x="2839" y="164"/>
                  </a:cubicBezTo>
                  <a:cubicBezTo>
                    <a:pt x="1795" y="1240"/>
                    <a:pt x="849" y="2088"/>
                    <a:pt x="1" y="2806"/>
                  </a:cubicBezTo>
                  <a:lnTo>
                    <a:pt x="360" y="3165"/>
                  </a:lnTo>
                  <a:cubicBezTo>
                    <a:pt x="566" y="3392"/>
                    <a:pt x="838" y="3502"/>
                    <a:pt x="1109" y="3502"/>
                  </a:cubicBezTo>
                  <a:cubicBezTo>
                    <a:pt x="1266" y="3502"/>
                    <a:pt x="1423" y="3465"/>
                    <a:pt x="1567" y="3393"/>
                  </a:cubicBezTo>
                  <a:cubicBezTo>
                    <a:pt x="2121" y="3100"/>
                    <a:pt x="2969" y="2708"/>
                    <a:pt x="4796" y="1697"/>
                  </a:cubicBezTo>
                  <a:lnTo>
                    <a:pt x="3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6330650" y="4455438"/>
              <a:ext cx="258525" cy="246400"/>
            </a:xfrm>
            <a:custGeom>
              <a:rect b="b" l="l" r="r" t="t"/>
              <a:pathLst>
                <a:path extrusionOk="0" h="9856" w="10341">
                  <a:moveTo>
                    <a:pt x="8645" y="1"/>
                  </a:moveTo>
                  <a:cubicBezTo>
                    <a:pt x="7689" y="1"/>
                    <a:pt x="6431" y="551"/>
                    <a:pt x="5741" y="1264"/>
                  </a:cubicBezTo>
                  <a:cubicBezTo>
                    <a:pt x="2414" y="4624"/>
                    <a:pt x="881" y="6973"/>
                    <a:pt x="196" y="8375"/>
                  </a:cubicBezTo>
                  <a:cubicBezTo>
                    <a:pt x="0" y="8767"/>
                    <a:pt x="66" y="9256"/>
                    <a:pt x="392" y="9550"/>
                  </a:cubicBezTo>
                  <a:cubicBezTo>
                    <a:pt x="596" y="9754"/>
                    <a:pt x="863" y="9855"/>
                    <a:pt x="1131" y="9855"/>
                  </a:cubicBezTo>
                  <a:cubicBezTo>
                    <a:pt x="1291" y="9855"/>
                    <a:pt x="1452" y="9819"/>
                    <a:pt x="1599" y="9745"/>
                  </a:cubicBezTo>
                  <a:cubicBezTo>
                    <a:pt x="2969" y="9093"/>
                    <a:pt x="5285" y="7592"/>
                    <a:pt x="8677" y="4200"/>
                  </a:cubicBezTo>
                  <a:cubicBezTo>
                    <a:pt x="9819" y="3091"/>
                    <a:pt x="10341" y="1068"/>
                    <a:pt x="9623" y="318"/>
                  </a:cubicBezTo>
                  <a:cubicBezTo>
                    <a:pt x="9392" y="97"/>
                    <a:pt x="9045" y="1"/>
                    <a:pt x="8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6226275" y="4198463"/>
              <a:ext cx="243025" cy="181575"/>
            </a:xfrm>
            <a:custGeom>
              <a:rect b="b" l="l" r="r" t="t"/>
              <a:pathLst>
                <a:path extrusionOk="0" h="7263" w="9721">
                  <a:moveTo>
                    <a:pt x="8601" y="1"/>
                  </a:moveTo>
                  <a:cubicBezTo>
                    <a:pt x="7289" y="1"/>
                    <a:pt x="5238" y="662"/>
                    <a:pt x="3392" y="2508"/>
                  </a:cubicBezTo>
                  <a:lnTo>
                    <a:pt x="424" y="5476"/>
                  </a:lnTo>
                  <a:cubicBezTo>
                    <a:pt x="98" y="5802"/>
                    <a:pt x="0" y="6324"/>
                    <a:pt x="261" y="6748"/>
                  </a:cubicBezTo>
                  <a:cubicBezTo>
                    <a:pt x="450" y="7072"/>
                    <a:pt x="818" y="7262"/>
                    <a:pt x="1199" y="7262"/>
                  </a:cubicBezTo>
                  <a:cubicBezTo>
                    <a:pt x="1278" y="7262"/>
                    <a:pt x="1357" y="7254"/>
                    <a:pt x="1435" y="7237"/>
                  </a:cubicBezTo>
                  <a:cubicBezTo>
                    <a:pt x="2549" y="6919"/>
                    <a:pt x="3584" y="6743"/>
                    <a:pt x="4418" y="6743"/>
                  </a:cubicBezTo>
                  <a:cubicBezTo>
                    <a:pt x="4781" y="6743"/>
                    <a:pt x="5105" y="6777"/>
                    <a:pt x="5382" y="6846"/>
                  </a:cubicBezTo>
                  <a:cubicBezTo>
                    <a:pt x="6752" y="4465"/>
                    <a:pt x="8188" y="2247"/>
                    <a:pt x="9721" y="257"/>
                  </a:cubicBezTo>
                  <a:cubicBezTo>
                    <a:pt x="9488" y="95"/>
                    <a:pt x="9097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6656850" y="4568588"/>
              <a:ext cx="188400" cy="237400"/>
            </a:xfrm>
            <a:custGeom>
              <a:rect b="b" l="l" r="r" t="t"/>
              <a:pathLst>
                <a:path extrusionOk="0" h="9496" w="7536">
                  <a:moveTo>
                    <a:pt x="7014" y="0"/>
                  </a:moveTo>
                  <a:cubicBezTo>
                    <a:pt x="4763" y="1664"/>
                    <a:pt x="2512" y="3099"/>
                    <a:pt x="392" y="4273"/>
                  </a:cubicBezTo>
                  <a:cubicBezTo>
                    <a:pt x="555" y="5089"/>
                    <a:pt x="457" y="5904"/>
                    <a:pt x="131" y="8253"/>
                  </a:cubicBezTo>
                  <a:cubicBezTo>
                    <a:pt x="0" y="8742"/>
                    <a:pt x="229" y="9166"/>
                    <a:pt x="653" y="9395"/>
                  </a:cubicBezTo>
                  <a:cubicBezTo>
                    <a:pt x="788" y="9463"/>
                    <a:pt x="936" y="9495"/>
                    <a:pt x="1084" y="9495"/>
                  </a:cubicBezTo>
                  <a:cubicBezTo>
                    <a:pt x="1364" y="9495"/>
                    <a:pt x="1647" y="9379"/>
                    <a:pt x="1860" y="9166"/>
                  </a:cubicBezTo>
                  <a:lnTo>
                    <a:pt x="4861" y="6198"/>
                  </a:lnTo>
                  <a:cubicBezTo>
                    <a:pt x="7144" y="3915"/>
                    <a:pt x="7536" y="946"/>
                    <a:pt x="7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6718825" y="4152263"/>
              <a:ext cx="172100" cy="156800"/>
            </a:xfrm>
            <a:custGeom>
              <a:rect b="b" l="l" r="r" t="t"/>
              <a:pathLst>
                <a:path extrusionOk="0" h="6272" w="6884">
                  <a:moveTo>
                    <a:pt x="3446" y="1"/>
                  </a:moveTo>
                  <a:cubicBezTo>
                    <a:pt x="2643" y="1"/>
                    <a:pt x="1843" y="311"/>
                    <a:pt x="1240" y="930"/>
                  </a:cubicBezTo>
                  <a:cubicBezTo>
                    <a:pt x="0" y="2137"/>
                    <a:pt x="0" y="4127"/>
                    <a:pt x="1240" y="5367"/>
                  </a:cubicBezTo>
                  <a:cubicBezTo>
                    <a:pt x="1843" y="5970"/>
                    <a:pt x="2643" y="6272"/>
                    <a:pt x="3446" y="6272"/>
                  </a:cubicBezTo>
                  <a:cubicBezTo>
                    <a:pt x="4249" y="6272"/>
                    <a:pt x="5057" y="5970"/>
                    <a:pt x="5676" y="5367"/>
                  </a:cubicBezTo>
                  <a:cubicBezTo>
                    <a:pt x="6883" y="4127"/>
                    <a:pt x="6883" y="2137"/>
                    <a:pt x="5676" y="930"/>
                  </a:cubicBezTo>
                  <a:cubicBezTo>
                    <a:pt x="5057" y="311"/>
                    <a:pt x="4249" y="1"/>
                    <a:pt x="3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6906375" y="3911538"/>
              <a:ext cx="220225" cy="216700"/>
            </a:xfrm>
            <a:custGeom>
              <a:rect b="b" l="l" r="r" t="t"/>
              <a:pathLst>
                <a:path extrusionOk="0" h="8668" w="8809">
                  <a:moveTo>
                    <a:pt x="6168" y="0"/>
                  </a:moveTo>
                  <a:cubicBezTo>
                    <a:pt x="4083" y="0"/>
                    <a:pt x="2010" y="335"/>
                    <a:pt x="1" y="969"/>
                  </a:cubicBezTo>
                  <a:cubicBezTo>
                    <a:pt x="197" y="2665"/>
                    <a:pt x="1110" y="4557"/>
                    <a:pt x="2611" y="6058"/>
                  </a:cubicBezTo>
                  <a:cubicBezTo>
                    <a:pt x="4176" y="7624"/>
                    <a:pt x="6068" y="8504"/>
                    <a:pt x="7830" y="8667"/>
                  </a:cubicBezTo>
                  <a:cubicBezTo>
                    <a:pt x="8482" y="6351"/>
                    <a:pt x="8808" y="3774"/>
                    <a:pt x="8613" y="1034"/>
                  </a:cubicBezTo>
                  <a:cubicBezTo>
                    <a:pt x="8580" y="513"/>
                    <a:pt x="8156" y="121"/>
                    <a:pt x="7634" y="56"/>
                  </a:cubicBezTo>
                  <a:cubicBezTo>
                    <a:pt x="7145" y="19"/>
                    <a:pt x="6656" y="0"/>
                    <a:pt x="6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6429325" y="3953688"/>
              <a:ext cx="655675" cy="654050"/>
            </a:xfrm>
            <a:custGeom>
              <a:rect b="b" l="l" r="r" t="t"/>
              <a:pathLst>
                <a:path extrusionOk="0" h="26162" w="26227">
                  <a:moveTo>
                    <a:pt x="14993" y="5823"/>
                  </a:moveTo>
                  <a:cubicBezTo>
                    <a:pt x="16335" y="5823"/>
                    <a:pt x="17680" y="6329"/>
                    <a:pt x="18724" y="7340"/>
                  </a:cubicBezTo>
                  <a:cubicBezTo>
                    <a:pt x="20747" y="9428"/>
                    <a:pt x="20747" y="12723"/>
                    <a:pt x="18724" y="14778"/>
                  </a:cubicBezTo>
                  <a:cubicBezTo>
                    <a:pt x="17697" y="15789"/>
                    <a:pt x="16359" y="16294"/>
                    <a:pt x="15018" y="16294"/>
                  </a:cubicBezTo>
                  <a:cubicBezTo>
                    <a:pt x="13676" y="16294"/>
                    <a:pt x="12331" y="15789"/>
                    <a:pt x="11287" y="14778"/>
                  </a:cubicBezTo>
                  <a:cubicBezTo>
                    <a:pt x="9264" y="12723"/>
                    <a:pt x="9264" y="9428"/>
                    <a:pt x="11287" y="7340"/>
                  </a:cubicBezTo>
                  <a:cubicBezTo>
                    <a:pt x="12314" y="6329"/>
                    <a:pt x="13652" y="5823"/>
                    <a:pt x="14993" y="5823"/>
                  </a:cubicBezTo>
                  <a:close/>
                  <a:moveTo>
                    <a:pt x="17061" y="1"/>
                  </a:moveTo>
                  <a:cubicBezTo>
                    <a:pt x="10765" y="2578"/>
                    <a:pt x="4730" y="8221"/>
                    <a:pt x="0" y="16115"/>
                  </a:cubicBezTo>
                  <a:lnTo>
                    <a:pt x="2382" y="18496"/>
                  </a:lnTo>
                  <a:cubicBezTo>
                    <a:pt x="3146" y="18190"/>
                    <a:pt x="3983" y="17992"/>
                    <a:pt x="4780" y="17992"/>
                  </a:cubicBezTo>
                  <a:cubicBezTo>
                    <a:pt x="5683" y="17992"/>
                    <a:pt x="6536" y="18247"/>
                    <a:pt x="7177" y="18888"/>
                  </a:cubicBezTo>
                  <a:cubicBezTo>
                    <a:pt x="8449" y="20160"/>
                    <a:pt x="8253" y="22117"/>
                    <a:pt x="7601" y="23715"/>
                  </a:cubicBezTo>
                  <a:lnTo>
                    <a:pt x="10047" y="26162"/>
                  </a:lnTo>
                  <a:cubicBezTo>
                    <a:pt x="16115" y="22476"/>
                    <a:pt x="23193" y="16702"/>
                    <a:pt x="26227" y="9037"/>
                  </a:cubicBezTo>
                  <a:cubicBezTo>
                    <a:pt x="24106" y="8743"/>
                    <a:pt x="21986" y="7666"/>
                    <a:pt x="20192" y="5872"/>
                  </a:cubicBezTo>
                  <a:cubicBezTo>
                    <a:pt x="18431" y="4144"/>
                    <a:pt x="17387" y="2056"/>
                    <a:pt x="17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1"/>
          <p:cNvSpPr/>
          <p:nvPr/>
        </p:nvSpPr>
        <p:spPr>
          <a:xfrm>
            <a:off x="3597844" y="2922788"/>
            <a:ext cx="428938" cy="428938"/>
          </a:xfrm>
          <a:custGeom>
            <a:rect b="b" l="l" r="r" t="t"/>
            <a:pathLst>
              <a:path extrusionOk="0" h="40939" w="40939">
                <a:moveTo>
                  <a:pt x="30304" y="11246"/>
                </a:moveTo>
                <a:cubicBezTo>
                  <a:pt x="30541" y="11246"/>
                  <a:pt x="30777" y="11336"/>
                  <a:pt x="30957" y="11515"/>
                </a:cubicBezTo>
                <a:lnTo>
                  <a:pt x="32261" y="12820"/>
                </a:lnTo>
                <a:cubicBezTo>
                  <a:pt x="32686" y="13114"/>
                  <a:pt x="32686" y="13701"/>
                  <a:pt x="32294" y="14060"/>
                </a:cubicBezTo>
                <a:lnTo>
                  <a:pt x="17419" y="29522"/>
                </a:lnTo>
                <a:cubicBezTo>
                  <a:pt x="17224" y="29717"/>
                  <a:pt x="17061" y="29783"/>
                  <a:pt x="16767" y="29783"/>
                </a:cubicBezTo>
                <a:cubicBezTo>
                  <a:pt x="16473" y="29783"/>
                  <a:pt x="16212" y="29717"/>
                  <a:pt x="16115" y="29522"/>
                </a:cubicBezTo>
                <a:lnTo>
                  <a:pt x="8840" y="21693"/>
                </a:lnTo>
                <a:lnTo>
                  <a:pt x="8645" y="21497"/>
                </a:lnTo>
                <a:cubicBezTo>
                  <a:pt x="8449" y="21269"/>
                  <a:pt x="8351" y="21040"/>
                  <a:pt x="8351" y="20812"/>
                </a:cubicBezTo>
                <a:cubicBezTo>
                  <a:pt x="8351" y="20616"/>
                  <a:pt x="8449" y="20388"/>
                  <a:pt x="8645" y="20192"/>
                </a:cubicBezTo>
                <a:lnTo>
                  <a:pt x="9949" y="18888"/>
                </a:lnTo>
                <a:cubicBezTo>
                  <a:pt x="10129" y="18692"/>
                  <a:pt x="10365" y="18594"/>
                  <a:pt x="10602" y="18594"/>
                </a:cubicBezTo>
                <a:cubicBezTo>
                  <a:pt x="10838" y="18594"/>
                  <a:pt x="11075" y="18692"/>
                  <a:pt x="11254" y="18888"/>
                </a:cubicBezTo>
                <a:lnTo>
                  <a:pt x="11352" y="18953"/>
                </a:lnTo>
                <a:lnTo>
                  <a:pt x="16441" y="24466"/>
                </a:lnTo>
                <a:cubicBezTo>
                  <a:pt x="16539" y="24563"/>
                  <a:pt x="16653" y="24612"/>
                  <a:pt x="16767" y="24612"/>
                </a:cubicBezTo>
                <a:cubicBezTo>
                  <a:pt x="16881" y="24612"/>
                  <a:pt x="16995" y="24563"/>
                  <a:pt x="17093" y="24466"/>
                </a:cubicBezTo>
                <a:lnTo>
                  <a:pt x="29554" y="11515"/>
                </a:lnTo>
                <a:lnTo>
                  <a:pt x="29652" y="11515"/>
                </a:lnTo>
                <a:cubicBezTo>
                  <a:pt x="29831" y="11336"/>
                  <a:pt x="30068" y="11246"/>
                  <a:pt x="30304" y="11246"/>
                </a:cubicBezTo>
                <a:close/>
                <a:moveTo>
                  <a:pt x="20486" y="1"/>
                </a:moveTo>
                <a:cubicBezTo>
                  <a:pt x="9134" y="1"/>
                  <a:pt x="0" y="9134"/>
                  <a:pt x="0" y="20453"/>
                </a:cubicBezTo>
                <a:cubicBezTo>
                  <a:pt x="0" y="31805"/>
                  <a:pt x="9134" y="40939"/>
                  <a:pt x="20486" y="40939"/>
                </a:cubicBezTo>
                <a:cubicBezTo>
                  <a:pt x="31805" y="40939"/>
                  <a:pt x="40938" y="31805"/>
                  <a:pt x="40938" y="20453"/>
                </a:cubicBezTo>
                <a:cubicBezTo>
                  <a:pt x="40938" y="9134"/>
                  <a:pt x="31870" y="1"/>
                  <a:pt x="20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21"/>
          <p:cNvGrpSpPr/>
          <p:nvPr/>
        </p:nvGrpSpPr>
        <p:grpSpPr>
          <a:xfrm>
            <a:off x="5109482" y="2921464"/>
            <a:ext cx="432964" cy="431586"/>
            <a:chOff x="5812000" y="2553488"/>
            <a:chExt cx="769850" cy="767400"/>
          </a:xfrm>
        </p:grpSpPr>
        <p:sp>
          <p:nvSpPr>
            <p:cNvPr id="261" name="Google Shape;261;p21"/>
            <p:cNvSpPr/>
            <p:nvPr/>
          </p:nvSpPr>
          <p:spPr>
            <a:xfrm>
              <a:off x="5858475" y="2553488"/>
              <a:ext cx="150900" cy="150900"/>
            </a:xfrm>
            <a:custGeom>
              <a:rect b="b" l="l" r="r" t="t"/>
              <a:pathLst>
                <a:path extrusionOk="0" h="6036" w="6036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5812000" y="2732888"/>
              <a:ext cx="244675" cy="425725"/>
            </a:xfrm>
            <a:custGeom>
              <a:rect b="b" l="l" r="r" t="t"/>
              <a:pathLst>
                <a:path extrusionOk="0" h="17029" w="9787">
                  <a:moveTo>
                    <a:pt x="1501" y="1"/>
                  </a:moveTo>
                  <a:cubicBezTo>
                    <a:pt x="685" y="1"/>
                    <a:pt x="0" y="686"/>
                    <a:pt x="0" y="1501"/>
                  </a:cubicBezTo>
                  <a:lnTo>
                    <a:pt x="0" y="7993"/>
                  </a:lnTo>
                  <a:cubicBezTo>
                    <a:pt x="33" y="8808"/>
                    <a:pt x="685" y="9493"/>
                    <a:pt x="1501" y="9493"/>
                  </a:cubicBezTo>
                  <a:lnTo>
                    <a:pt x="1794" y="9493"/>
                  </a:lnTo>
                  <a:lnTo>
                    <a:pt x="1794" y="15528"/>
                  </a:lnTo>
                  <a:cubicBezTo>
                    <a:pt x="1794" y="16343"/>
                    <a:pt x="2479" y="17028"/>
                    <a:pt x="3295" y="17028"/>
                  </a:cubicBezTo>
                  <a:lnTo>
                    <a:pt x="6459" y="17028"/>
                  </a:lnTo>
                  <a:cubicBezTo>
                    <a:pt x="7274" y="17028"/>
                    <a:pt x="7992" y="16343"/>
                    <a:pt x="7992" y="15528"/>
                  </a:cubicBezTo>
                  <a:lnTo>
                    <a:pt x="7992" y="15169"/>
                  </a:lnTo>
                  <a:cubicBezTo>
                    <a:pt x="7698" y="14647"/>
                    <a:pt x="7535" y="14027"/>
                    <a:pt x="7535" y="13408"/>
                  </a:cubicBezTo>
                  <a:lnTo>
                    <a:pt x="7535" y="5546"/>
                  </a:lnTo>
                  <a:cubicBezTo>
                    <a:pt x="7535" y="3981"/>
                    <a:pt x="8481" y="2676"/>
                    <a:pt x="9786" y="2121"/>
                  </a:cubicBezTo>
                  <a:lnTo>
                    <a:pt x="9786" y="1501"/>
                  </a:lnTo>
                  <a:cubicBezTo>
                    <a:pt x="9786" y="686"/>
                    <a:pt x="9068" y="1"/>
                    <a:pt x="82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6384475" y="2553488"/>
              <a:ext cx="150875" cy="150900"/>
            </a:xfrm>
            <a:custGeom>
              <a:rect b="b" l="l" r="r" t="t"/>
              <a:pathLst>
                <a:path extrusionOk="0" h="6036" w="6035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6337975" y="2732088"/>
              <a:ext cx="243875" cy="425700"/>
            </a:xfrm>
            <a:custGeom>
              <a:rect b="b" l="l" r="r" t="t"/>
              <a:pathLst>
                <a:path extrusionOk="0" h="17028" w="9755">
                  <a:moveTo>
                    <a:pt x="1501" y="0"/>
                  </a:moveTo>
                  <a:cubicBezTo>
                    <a:pt x="653" y="0"/>
                    <a:pt x="1" y="685"/>
                    <a:pt x="1" y="1501"/>
                  </a:cubicBezTo>
                  <a:lnTo>
                    <a:pt x="1" y="2121"/>
                  </a:lnTo>
                  <a:cubicBezTo>
                    <a:pt x="1338" y="2675"/>
                    <a:pt x="2219" y="4013"/>
                    <a:pt x="2219" y="5546"/>
                  </a:cubicBezTo>
                  <a:lnTo>
                    <a:pt x="2219" y="13407"/>
                  </a:lnTo>
                  <a:cubicBezTo>
                    <a:pt x="2219" y="14027"/>
                    <a:pt x="2056" y="14614"/>
                    <a:pt x="1795" y="15169"/>
                  </a:cubicBezTo>
                  <a:lnTo>
                    <a:pt x="1795" y="15527"/>
                  </a:lnTo>
                  <a:cubicBezTo>
                    <a:pt x="1795" y="16343"/>
                    <a:pt x="2480" y="17028"/>
                    <a:pt x="3296" y="17028"/>
                  </a:cubicBezTo>
                  <a:lnTo>
                    <a:pt x="6460" y="17028"/>
                  </a:lnTo>
                  <a:cubicBezTo>
                    <a:pt x="7275" y="17028"/>
                    <a:pt x="7960" y="16343"/>
                    <a:pt x="7960" y="15527"/>
                  </a:cubicBezTo>
                  <a:lnTo>
                    <a:pt x="7960" y="9493"/>
                  </a:lnTo>
                  <a:lnTo>
                    <a:pt x="8254" y="9493"/>
                  </a:lnTo>
                  <a:cubicBezTo>
                    <a:pt x="9069" y="9493"/>
                    <a:pt x="9754" y="8808"/>
                    <a:pt x="9754" y="7992"/>
                  </a:cubicBezTo>
                  <a:lnTo>
                    <a:pt x="9754" y="1501"/>
                  </a:lnTo>
                  <a:cubicBezTo>
                    <a:pt x="9754" y="685"/>
                    <a:pt x="9069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6057450" y="2834013"/>
              <a:ext cx="279750" cy="486875"/>
            </a:xfrm>
            <a:custGeom>
              <a:rect b="b" l="l" r="r" t="t"/>
              <a:pathLst>
                <a:path extrusionOk="0" h="19475" w="11190">
                  <a:moveTo>
                    <a:pt x="1501" y="1"/>
                  </a:moveTo>
                  <a:cubicBezTo>
                    <a:pt x="653" y="1"/>
                    <a:pt x="1" y="653"/>
                    <a:pt x="1" y="1501"/>
                  </a:cubicBezTo>
                  <a:lnTo>
                    <a:pt x="1" y="3948"/>
                  </a:lnTo>
                  <a:lnTo>
                    <a:pt x="1" y="9363"/>
                  </a:lnTo>
                  <a:cubicBezTo>
                    <a:pt x="1" y="10178"/>
                    <a:pt x="686" y="10863"/>
                    <a:pt x="1501" y="10863"/>
                  </a:cubicBezTo>
                  <a:lnTo>
                    <a:pt x="2088" y="10863"/>
                  </a:lnTo>
                  <a:lnTo>
                    <a:pt x="2088" y="17974"/>
                  </a:lnTo>
                  <a:cubicBezTo>
                    <a:pt x="2088" y="18790"/>
                    <a:pt x="2773" y="19475"/>
                    <a:pt x="3589" y="19475"/>
                  </a:cubicBezTo>
                  <a:lnTo>
                    <a:pt x="7601" y="19475"/>
                  </a:lnTo>
                  <a:cubicBezTo>
                    <a:pt x="8417" y="19475"/>
                    <a:pt x="9134" y="18790"/>
                    <a:pt x="9134" y="17974"/>
                  </a:cubicBezTo>
                  <a:lnTo>
                    <a:pt x="9134" y="10831"/>
                  </a:lnTo>
                  <a:lnTo>
                    <a:pt x="9689" y="10831"/>
                  </a:lnTo>
                  <a:cubicBezTo>
                    <a:pt x="10504" y="10831"/>
                    <a:pt x="11189" y="10146"/>
                    <a:pt x="11189" y="9330"/>
                  </a:cubicBezTo>
                  <a:lnTo>
                    <a:pt x="11189" y="3948"/>
                  </a:lnTo>
                  <a:lnTo>
                    <a:pt x="11189" y="1501"/>
                  </a:lnTo>
                  <a:cubicBezTo>
                    <a:pt x="11189" y="686"/>
                    <a:pt x="10504" y="1"/>
                    <a:pt x="9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6108825" y="2627688"/>
              <a:ext cx="175375" cy="175375"/>
            </a:xfrm>
            <a:custGeom>
              <a:rect b="b" l="l" r="r" t="t"/>
              <a:pathLst>
                <a:path extrusionOk="0" h="7015" w="7015">
                  <a:moveTo>
                    <a:pt x="3524" y="1"/>
                  </a:moveTo>
                  <a:cubicBezTo>
                    <a:pt x="1599" y="1"/>
                    <a:pt x="1" y="1567"/>
                    <a:pt x="1" y="3524"/>
                  </a:cubicBezTo>
                  <a:cubicBezTo>
                    <a:pt x="1" y="5448"/>
                    <a:pt x="1599" y="7014"/>
                    <a:pt x="3524" y="7014"/>
                  </a:cubicBezTo>
                  <a:cubicBezTo>
                    <a:pt x="5448" y="7014"/>
                    <a:pt x="7014" y="5448"/>
                    <a:pt x="7014" y="3524"/>
                  </a:cubicBezTo>
                  <a:cubicBezTo>
                    <a:pt x="7014" y="1567"/>
                    <a:pt x="5448" y="1"/>
                    <a:pt x="3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1"/>
          <p:cNvSpPr/>
          <p:nvPr/>
        </p:nvSpPr>
        <p:spPr>
          <a:xfrm>
            <a:off x="5109480" y="3832541"/>
            <a:ext cx="432968" cy="433836"/>
          </a:xfrm>
          <a:custGeom>
            <a:rect b="b" l="l" r="r" t="t"/>
            <a:pathLst>
              <a:path extrusionOk="0" h="32491" w="32426">
                <a:moveTo>
                  <a:pt x="15887" y="1"/>
                </a:moveTo>
                <a:lnTo>
                  <a:pt x="20649" y="4763"/>
                </a:lnTo>
                <a:lnTo>
                  <a:pt x="15887" y="9526"/>
                </a:lnTo>
                <a:lnTo>
                  <a:pt x="26749" y="9526"/>
                </a:lnTo>
                <a:lnTo>
                  <a:pt x="26749" y="15332"/>
                </a:lnTo>
                <a:lnTo>
                  <a:pt x="22933" y="15332"/>
                </a:lnTo>
                <a:lnTo>
                  <a:pt x="22933" y="19116"/>
                </a:lnTo>
                <a:lnTo>
                  <a:pt x="15332" y="19116"/>
                </a:lnTo>
                <a:lnTo>
                  <a:pt x="15332" y="22900"/>
                </a:lnTo>
                <a:lnTo>
                  <a:pt x="7667" y="22900"/>
                </a:lnTo>
                <a:lnTo>
                  <a:pt x="7667" y="26684"/>
                </a:lnTo>
                <a:lnTo>
                  <a:pt x="1" y="26684"/>
                </a:lnTo>
                <a:lnTo>
                  <a:pt x="1" y="32490"/>
                </a:lnTo>
                <a:lnTo>
                  <a:pt x="32425" y="32490"/>
                </a:lnTo>
                <a:lnTo>
                  <a:pt x="32425" y="15332"/>
                </a:lnTo>
                <a:lnTo>
                  <a:pt x="28641" y="15332"/>
                </a:lnTo>
                <a:lnTo>
                  <a:pt x="286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5087875" y="2087844"/>
            <a:ext cx="476178" cy="282154"/>
          </a:xfrm>
          <a:custGeom>
            <a:rect b="b" l="l" r="r" t="t"/>
            <a:pathLst>
              <a:path extrusionOk="0" h="31023" w="52356">
                <a:moveTo>
                  <a:pt x="26113" y="9614"/>
                </a:moveTo>
                <a:cubicBezTo>
                  <a:pt x="26000" y="9614"/>
                  <a:pt x="25885" y="9617"/>
                  <a:pt x="25771" y="9624"/>
                </a:cubicBezTo>
                <a:cubicBezTo>
                  <a:pt x="22835" y="9819"/>
                  <a:pt x="20453" y="12201"/>
                  <a:pt x="20290" y="15136"/>
                </a:cubicBezTo>
                <a:cubicBezTo>
                  <a:pt x="20069" y="18609"/>
                  <a:pt x="22811" y="21409"/>
                  <a:pt x="26211" y="21409"/>
                </a:cubicBezTo>
                <a:cubicBezTo>
                  <a:pt x="26324" y="21409"/>
                  <a:pt x="26438" y="21406"/>
                  <a:pt x="26553" y="21399"/>
                </a:cubicBezTo>
                <a:cubicBezTo>
                  <a:pt x="29489" y="21236"/>
                  <a:pt x="31903" y="18822"/>
                  <a:pt x="32066" y="15887"/>
                </a:cubicBezTo>
                <a:cubicBezTo>
                  <a:pt x="32256" y="12414"/>
                  <a:pt x="29513" y="9614"/>
                  <a:pt x="26113" y="9614"/>
                </a:cubicBezTo>
                <a:close/>
                <a:moveTo>
                  <a:pt x="26167" y="4544"/>
                </a:moveTo>
                <a:cubicBezTo>
                  <a:pt x="32458" y="4544"/>
                  <a:pt x="37499" y="9834"/>
                  <a:pt x="37122" y="16213"/>
                </a:cubicBezTo>
                <a:cubicBezTo>
                  <a:pt x="36763" y="21693"/>
                  <a:pt x="32360" y="26097"/>
                  <a:pt x="26880" y="26455"/>
                </a:cubicBezTo>
                <a:cubicBezTo>
                  <a:pt x="26637" y="26471"/>
                  <a:pt x="26396" y="26479"/>
                  <a:pt x="26157" y="26479"/>
                </a:cubicBezTo>
                <a:cubicBezTo>
                  <a:pt x="19866" y="26479"/>
                  <a:pt x="14826" y="21189"/>
                  <a:pt x="15234" y="14810"/>
                </a:cubicBezTo>
                <a:cubicBezTo>
                  <a:pt x="15560" y="9330"/>
                  <a:pt x="19997" y="4926"/>
                  <a:pt x="25444" y="4568"/>
                </a:cubicBezTo>
                <a:cubicBezTo>
                  <a:pt x="25687" y="4552"/>
                  <a:pt x="25928" y="4544"/>
                  <a:pt x="26167" y="4544"/>
                </a:cubicBezTo>
                <a:close/>
                <a:moveTo>
                  <a:pt x="26195" y="1"/>
                </a:moveTo>
                <a:cubicBezTo>
                  <a:pt x="16246" y="1"/>
                  <a:pt x="7242" y="5448"/>
                  <a:pt x="523" y="14256"/>
                </a:cubicBezTo>
                <a:cubicBezTo>
                  <a:pt x="1" y="15006"/>
                  <a:pt x="1" y="16017"/>
                  <a:pt x="523" y="16702"/>
                </a:cubicBezTo>
                <a:cubicBezTo>
                  <a:pt x="7177" y="25575"/>
                  <a:pt x="16246" y="31022"/>
                  <a:pt x="26195" y="31022"/>
                </a:cubicBezTo>
                <a:cubicBezTo>
                  <a:pt x="36144" y="31022"/>
                  <a:pt x="45147" y="25575"/>
                  <a:pt x="51834" y="16767"/>
                </a:cubicBezTo>
                <a:cubicBezTo>
                  <a:pt x="52356" y="16017"/>
                  <a:pt x="52356" y="15006"/>
                  <a:pt x="51834" y="14321"/>
                </a:cubicBezTo>
                <a:cubicBezTo>
                  <a:pt x="45147" y="5416"/>
                  <a:pt x="36144" y="1"/>
                  <a:pt x="2619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D966"/>
              </a:solidFill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rgbClr val="48FF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>
                <a:solidFill>
                  <a:schemeClr val="lt1"/>
                </a:solidFill>
              </a:rPr>
              <a:t>Création du repository</a:t>
            </a:r>
            <a:endParaRPr sz="4400"/>
          </a:p>
        </p:txBody>
      </p:sp>
      <p:cxnSp>
        <p:nvCxnSpPr>
          <p:cNvPr id="276" name="Google Shape;276;p22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7" name="Google Shape;277;p22" title="Screenshot from 2025-12-11 20-16-43.png"/>
          <p:cNvPicPr preferRelativeResize="0"/>
          <p:nvPr/>
        </p:nvPicPr>
        <p:blipFill rotWithShape="1">
          <a:blip r:embed="rId3">
            <a:alphaModFix/>
          </a:blip>
          <a:srcRect b="0" l="15103" r="34299" t="35583"/>
          <a:stretch/>
        </p:blipFill>
        <p:spPr>
          <a:xfrm>
            <a:off x="293625" y="1065786"/>
            <a:ext cx="4600073" cy="331373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Création du repository</a:t>
            </a:r>
            <a:endParaRPr sz="4300"/>
          </a:p>
        </p:txBody>
      </p:sp>
      <p:cxnSp>
        <p:nvCxnSpPr>
          <p:cNvPr id="284" name="Google Shape;284;p2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5" name="Google Shape;285;p23" title="Screenshot from 2025-12-11 20-16-21.png"/>
          <p:cNvPicPr preferRelativeResize="0"/>
          <p:nvPr/>
        </p:nvPicPr>
        <p:blipFill rotWithShape="1">
          <a:blip r:embed="rId3">
            <a:alphaModFix/>
          </a:blip>
          <a:srcRect b="0" l="14051" r="17469" t="36451"/>
          <a:stretch/>
        </p:blipFill>
        <p:spPr>
          <a:xfrm>
            <a:off x="311712" y="1431750"/>
            <a:ext cx="6163875" cy="32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Création d’une branche personnelle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2" name="Google Shape;292;p24"/>
          <p:cNvSpPr txBox="1"/>
          <p:nvPr>
            <p:ph idx="1" type="subTitle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Mercury is the closest planet to the Sun and the smallest one in the Solar System</a:t>
            </a:r>
            <a:r>
              <a:rPr lang="es"/>
              <a:t>—i</a:t>
            </a:r>
            <a:r>
              <a:rPr lang="es">
                <a:solidFill>
                  <a:srgbClr val="FFFFFF"/>
                </a:solidFill>
              </a:rPr>
              <a:t>t’s only a bit larger than our Moon. The planet’s name has nothing to do with the liquid metal since it was named after the Roman messenger god, Mercury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93" name="Google Shape;293;p24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4" name="Google Shape;294;p24" title="Screenshot from 2025-12-11 20-34-40.png"/>
          <p:cNvPicPr preferRelativeResize="0"/>
          <p:nvPr/>
        </p:nvPicPr>
        <p:blipFill rotWithShape="1">
          <a:blip r:embed="rId3">
            <a:alphaModFix/>
          </a:blip>
          <a:srcRect b="0" l="14685" r="48359" t="90435"/>
          <a:stretch/>
        </p:blipFill>
        <p:spPr>
          <a:xfrm>
            <a:off x="0" y="1824300"/>
            <a:ext cx="4893698" cy="113104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Ajout de fichiers et push dans la branche personnelle</a:t>
            </a:r>
            <a:endParaRPr sz="4300"/>
          </a:p>
        </p:txBody>
      </p:sp>
      <p:cxnSp>
        <p:nvCxnSpPr>
          <p:cNvPr id="301" name="Google Shape;30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2" name="Google Shape;302;p25" title="Screenshot from 2025-12-11 20-37-40.png"/>
          <p:cNvPicPr preferRelativeResize="0"/>
          <p:nvPr/>
        </p:nvPicPr>
        <p:blipFill rotWithShape="1">
          <a:blip r:embed="rId3">
            <a:alphaModFix/>
          </a:blip>
          <a:srcRect b="0" l="14377" r="36683" t="28906"/>
          <a:stretch/>
        </p:blipFill>
        <p:spPr>
          <a:xfrm>
            <a:off x="460200" y="1302200"/>
            <a:ext cx="4487551" cy="36889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Ajout du fichier arame_secret.txt dans le dossier .gitignore</a:t>
            </a:r>
            <a:endParaRPr sz="4300"/>
          </a:p>
        </p:txBody>
      </p:sp>
      <p:cxnSp>
        <p:nvCxnSpPr>
          <p:cNvPr id="309" name="Google Shape;309;p26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0" name="Google Shape;310;p26" title="Screenshot from 2025-12-11 21-09-42.png"/>
          <p:cNvPicPr preferRelativeResize="0"/>
          <p:nvPr/>
        </p:nvPicPr>
        <p:blipFill rotWithShape="1">
          <a:blip r:embed="rId3">
            <a:alphaModFix/>
          </a:blip>
          <a:srcRect b="0" l="4805" r="38263" t="6846"/>
          <a:stretch/>
        </p:blipFill>
        <p:spPr>
          <a:xfrm>
            <a:off x="543500" y="817325"/>
            <a:ext cx="4508375" cy="417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Pull et merge</a:t>
            </a:r>
            <a:endParaRPr sz="4300"/>
          </a:p>
        </p:txBody>
      </p:sp>
      <p:cxnSp>
        <p:nvCxnSpPr>
          <p:cNvPr id="317" name="Google Shape;317;p27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9" name="Google Shape;319;p27" title="Screenshot from 2025-12-12 10-23-00.png"/>
          <p:cNvPicPr preferRelativeResize="0"/>
          <p:nvPr/>
        </p:nvPicPr>
        <p:blipFill rotWithShape="1">
          <a:blip r:embed="rId3">
            <a:alphaModFix/>
          </a:blip>
          <a:srcRect b="0" l="15397" r="31100" t="27336"/>
          <a:stretch/>
        </p:blipFill>
        <p:spPr>
          <a:xfrm>
            <a:off x="473175" y="1251150"/>
            <a:ext cx="4944202" cy="379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Gestion conflit</a:t>
            </a:r>
            <a:endParaRPr sz="4300"/>
          </a:p>
        </p:txBody>
      </p:sp>
      <p:cxnSp>
        <p:nvCxnSpPr>
          <p:cNvPr id="325" name="Google Shape;325;p28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27" name="Google Shape;327;p28" title="Screenshot from 2025-12-12 10-23-06.png"/>
          <p:cNvPicPr preferRelativeResize="0"/>
          <p:nvPr/>
        </p:nvPicPr>
        <p:blipFill rotWithShape="1">
          <a:blip r:embed="rId3">
            <a:alphaModFix/>
          </a:blip>
          <a:srcRect b="0" l="15028" r="37111" t="0"/>
          <a:stretch/>
        </p:blipFill>
        <p:spPr>
          <a:xfrm>
            <a:off x="1105275" y="1403550"/>
            <a:ext cx="3034524" cy="3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Gestion conflit</a:t>
            </a:r>
            <a:endParaRPr sz="4300"/>
          </a:p>
        </p:txBody>
      </p:sp>
      <p:cxnSp>
        <p:nvCxnSpPr>
          <p:cNvPr id="333" name="Google Shape;333;p29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5" name="Google Shape;335;p29" title="Screenshot from 2025-12-12 10-23-10.png"/>
          <p:cNvPicPr preferRelativeResize="0"/>
          <p:nvPr/>
        </p:nvPicPr>
        <p:blipFill rotWithShape="1">
          <a:blip r:embed="rId3">
            <a:alphaModFix/>
          </a:blip>
          <a:srcRect b="0" l="15179" r="30528" t="25177"/>
          <a:stretch/>
        </p:blipFill>
        <p:spPr>
          <a:xfrm>
            <a:off x="1114700" y="1372750"/>
            <a:ext cx="4639898" cy="36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>
                <a:solidFill>
                  <a:schemeClr val="lt1"/>
                </a:solidFill>
              </a:rPr>
              <a:t>Pull et merge</a:t>
            </a:r>
            <a:endParaRPr sz="4300"/>
          </a:p>
        </p:txBody>
      </p:sp>
      <p:cxnSp>
        <p:nvCxnSpPr>
          <p:cNvPr id="341" name="Google Shape;341;p30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3" name="Google Shape;343;p30" title="Screenshot from 2025-12-12 10-23-36.png"/>
          <p:cNvPicPr preferRelativeResize="0"/>
          <p:nvPr/>
        </p:nvPicPr>
        <p:blipFill rotWithShape="1">
          <a:blip r:embed="rId3">
            <a:alphaModFix/>
          </a:blip>
          <a:srcRect b="3149" l="14998" r="44974" t="-3150"/>
          <a:stretch/>
        </p:blipFill>
        <p:spPr>
          <a:xfrm>
            <a:off x="511125" y="1375250"/>
            <a:ext cx="4253251" cy="3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/>
        </p:nvSpPr>
        <p:spPr>
          <a:xfrm>
            <a:off x="1605525" y="1347275"/>
            <a:ext cx="5601600" cy="2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800">
                <a:solidFill>
                  <a:srgbClr val="1EFFC1"/>
                </a:solidFill>
                <a:latin typeface="Proxima Nova"/>
                <a:ea typeface="Proxima Nova"/>
                <a:cs typeface="Proxima Nova"/>
                <a:sym typeface="Proxima Nova"/>
              </a:rPr>
              <a:t>MERCI</a:t>
            </a:r>
            <a:endParaRPr b="1" sz="4800">
              <a:solidFill>
                <a:srgbClr val="1EFFC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